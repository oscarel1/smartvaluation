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SmartValuation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Asistente Inteligente de Tasacion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Automatizacion de Ventas con 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Extraccion de Conocimiento de Base de Datos
</a:t>
            </a:r>
            <a:pPr algn="ctr" indent="0" marL="0">
              <a:buNone/>
            </a:pPr>
            <a:r>
              <a:rPr lang="en-US" sz="1400" dirty="0">
                <a:solidFill>
                  <a:srgbClr val="C8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Oscar Espinoza Landeta
Emmanuel Castro Salvador
Fernando Vasquez Valeriano
Fatima Avelino Celis
</a:t>
            </a:r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Tecnologica de Tehuacan —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Paralisis del Vendedor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criterio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saben cuanto vale realmente su articulo usado en el mercado actual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35040" y="15544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6916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✍️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217920" y="2103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Paralisis ante la redaccion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24688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saben como describir el producto de forma atractiva para vender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0080" y="4206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Articulos estancados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45720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utiles que permanecen almacenados indefinidamente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36576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17920" y="4206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 SmartValuation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45720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Automatizamos la tasacion y la creacion de contenido para vender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es SmartValuation?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0972800" cy="2286000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web inteligente que automatiza: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Extraccion de precios del mercado real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Calculo inteligente del rango optimo de venta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Generacion de contenido persuasivo con IA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Analisis de mercado y prediccion de depreciacion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Asesoramiento personalizado via chatbot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65760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7490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extraidos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06240" y="365760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37490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206240" y="4572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365760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37490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955280" y="4572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Sistema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esta construida la aplicacion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0972800" cy="2560320"/>
          </a:xfrm>
          <a:prstGeom prst="roundRect">
            <a:avLst>
              <a:gd name="adj" fmla="val 3571"/>
            </a:avLst>
          </a:prstGeom>
          <a:solidFill>
            <a:srgbClr val="F0F9FF"/>
          </a:solidFill>
          <a:ln w="25400">
            <a:solidFill>
              <a:srgbClr val="BAE6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4241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(HTML + CSS + JS + Reveal.js)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Stepper Form → Tabs (Precios, Descripcion, Analisis, Chat)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(Python + FastAPI + Uvicorn)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 de Precios → IA Descripcion → Chatbot → Vision AI → Analisis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 GENERATIVA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(Groq API + Llama 3.3 70B)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Descripciones, chatbot, analisis de mercado, prediccion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DE DATOS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(CSV - 84 productos)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Extraccion de MercadoLibre Mexico 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93192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39319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FastAPI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async moderno y rapido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384048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393192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675120" y="39319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API + Llama 3.3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43434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generativa gratis, 5 features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502920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512064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97280" y="51206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Chart.js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55321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Graficas y prediccion 12 meses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502920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512064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75120" y="51206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Free Tier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75120" y="55321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automatico $0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Datos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4572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Obtenidos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MercadoLibre Mexico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Extraccion manual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Precios de 84 productos reales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MercadoLibre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Clasificacion por categorias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categorias de productos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MercadoLibre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Analisis de depreciacion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Factores de estado fisico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CSV y no APIs?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57200" y="301752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108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🚫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188720" y="3108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MercadoLibre API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3474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Bloqueada (403), requiere OAuth aprobado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301752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3108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949440" y="3108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$0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949440" y="3474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proxies residenciales ($5-20/mes)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por Categoria</a:t>
            </a:r>
            <a:endParaRPr lang="en-US" sz="16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4114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Depreciacion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PS5, Xbox Series 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Audifonos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AirPods Pro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Celular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Galaxy S24 Ultra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LG OLED C3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MacBook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Lavadora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Whirlpool 15kg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 de Tasacion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precio_sugerido = precio_usado_base x multiplicador_estado
</a:t>
            </a:r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variacion = max(500, precio_sugerido x factor_categoria)
</a:t>
            </a:r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precio_minimo = precio_sugerido - variacion
</a:t>
            </a:r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precio_maximo = precio_sugerido + variacion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por Estado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Excelente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Practicamente nuevo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Bueno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normal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Danos visibles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Danos funcionales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 Real: Galaxy S23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258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$14,999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Nuevo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06240" y="11887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0" y="13258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$8,800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20624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Sugerido (Bueno)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955280" y="11887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0" y="13258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95528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371600" y="347472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4747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Min: $8,100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347472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D1FAE5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34747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Sugerido: $8,800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347472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DBEAFE"/>
          </a:solidFill>
          <a:ln/>
        </p:spPr>
      </p:sp>
      <p:sp>
        <p:nvSpPr>
          <p:cNvPr id="17" name="Text 15"/>
          <p:cNvSpPr/>
          <p:nvPr/>
        </p:nvSpPr>
        <p:spPr>
          <a:xfrm>
            <a:off x="7955280" y="34747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Max: $9,500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IA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features con inteligencia artificial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887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Descripcion Profesional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palabras, multi-idioma (ES+EN), estructura completa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72200" y="11887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67512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Consultor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645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Asesoramiento exclusivo para VENDEDORES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5603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2606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Comparacion de Mercado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017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vs promedio de la categoria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4688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5603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75120" y="2606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Prediccion 12 Meses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017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futura y mejor momento para vender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9319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09728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de Mercado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4389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Demanda, tendencia y consejos personalizados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38404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39319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👁️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67512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AI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675120" y="4389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foto para detectar producto automaticamente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Generales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887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Stepper Form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pasos: Categoria, Producto, Estado+Idioma, Resultado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72200" y="11887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67512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Precios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645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Rango min/sugerido/max con busqueda en 5 niveles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5603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2606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Grafica de Precios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017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Barras comparativas con Chart.js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4688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5603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📜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75120" y="2606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017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Ultimas 10 tasaciones en localStorage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9319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09728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4389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promedio por categoria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38404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39319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67512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Marketplaces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675120" y="4389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Botones a ML, Facebook, Amazon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con Tabs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Precios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Grafica, comparacion, prediccion y links a marketplaces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2344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217920" y="1645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Descripcion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17920" y="20116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 completo generado por IA para copiar y pegar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3375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Analisis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41148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de mercado + insights de depreciacion por categoria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32004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375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💬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1792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Chat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17920" y="41148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consultor de ventas para asesorar al vendedor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 API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5943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/api/categorias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Categorias del CSV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/api/marcas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Marcas por categoria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/api/modelos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Modelos por marca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/api/tasar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Precios + Comparacion + 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/api/tasar-stream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Streaming de descripcion SSE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/api/insights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Depreciacion por categoria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/api/chat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de ventas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/api/prediccion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Prediccion 12 meses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/api/analisis-mercado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Analisis IA del mercado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/api/detectar-foto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AI (foto)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 Datos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ingresa datos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0312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65176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Busqueda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CSV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48056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02920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precios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0664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23544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78408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978408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del Sistema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109728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92608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"precios": {"minimo": 8100, "sugerido": 8800, "maximo": 9500},
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"comparacion": {"posicion": "por debajo", "recomendacion": "..."},
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"descripcion": "Samsung Galaxy S23 en buen estado...",
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"prediccion": {"evolucion": [...], "recomendacion": "..."}
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 de Mercado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extraido del mercado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por Categoria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468880" y="126187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2468880" y="1261872"/>
            <a:ext cx="5120640" cy="27432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0" y="126187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Audifonos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181051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2468880" y="1810512"/>
            <a:ext cx="5266944" cy="27432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7004304" y="181051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Bicicleta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68880" y="235915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2468880" y="2359152"/>
            <a:ext cx="5559552" cy="274320"/>
          </a:xfrm>
          <a:prstGeom prst="roundRect">
            <a:avLst>
              <a:gd name="adj" fmla="val 13333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7296912" y="235915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28346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68880" y="290779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468880" y="2907792"/>
            <a:ext cx="5705856" cy="274320"/>
          </a:xfrm>
          <a:prstGeom prst="roundRect">
            <a:avLst>
              <a:gd name="adj" fmla="val 13333"/>
            </a:avLst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443216" y="290779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383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Celular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68880" y="345643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468880" y="3456432"/>
            <a:ext cx="5998464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7735824" y="345643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39319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Refrigerador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68880" y="400507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8880" y="4005072"/>
            <a:ext cx="6144768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7882128" y="400507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480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468880" y="455371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68880" y="4553712"/>
            <a:ext cx="6291072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30" name="Text 28"/>
          <p:cNvSpPr/>
          <p:nvPr/>
        </p:nvSpPr>
        <p:spPr>
          <a:xfrm>
            <a:off x="8028432" y="455371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50292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468880" y="510235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33" name="Shape 31"/>
          <p:cNvSpPr/>
          <p:nvPr/>
        </p:nvSpPr>
        <p:spPr>
          <a:xfrm>
            <a:off x="2468880" y="5102352"/>
            <a:ext cx="6437376" cy="27432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34" name="Text 32"/>
          <p:cNvSpPr/>
          <p:nvPr/>
        </p:nvSpPr>
        <p:spPr>
          <a:xfrm>
            <a:off x="8174736" y="510235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55778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Lavadora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468880" y="565099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37" name="Shape 35"/>
          <p:cNvSpPr/>
          <p:nvPr/>
        </p:nvSpPr>
        <p:spPr>
          <a:xfrm>
            <a:off x="2468880" y="5650992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8321040" y="565099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promedio en estado Bueno vs precio nuevo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Tecnologias Utilizadas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4572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Tecnologia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+ FastAPI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Servidor async moderno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HTML + CSS + JS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UI responsive con tabs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 Generativa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Groq + Llama 3.3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features de 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Vision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Deteccion de fotos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Graficas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Chart.js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Precios + prediccion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 productos reales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Render Free Tier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Hosting automatico 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y Metricas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extraidos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06240" y="109728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0" y="1188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206240" y="2011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955280" y="109728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0" y="1188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955280" y="2011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08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720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 API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06240" y="301752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3108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20624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0" y="301752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0" y="3108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795528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total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0" y="5029200"/>
            <a:ext cx="4572000" cy="731520"/>
          </a:xfrm>
          <a:prstGeom prst="roundRect">
            <a:avLst>
              <a:gd name="adj" fmla="val 12500"/>
            </a:avLst>
          </a:prstGeom>
          <a:solidFill>
            <a:srgbClr val="D1FAE5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0" y="50292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Total: $0 MXN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88720"/>
            <a:ext cx="548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Extraccion exitosa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productos con precios reales del mercado mexicano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72200" y="1188720"/>
            <a:ext cx="548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67512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inteligente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6459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Considera categoria y estado del articulo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34640"/>
            <a:ext cx="548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2880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generativa completa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2918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features: descripcion, chatbot, comparacion, prediccion, analisis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7432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834640"/>
            <a:ext cx="548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75120" y="2880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automatico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2918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Produccion sin costo alguno en Render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4572000"/>
            <a:ext cx="10058400" cy="109728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617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Aplicacion de la Materia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1FA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Extraccion → Estructuracion → Procesamiento → Conocimiento → Presentacion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SmartValuation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Preguntas?
</a:t>
            </a:r>
            <a:pPr algn="ctr" indent="0" marL="0">
              <a:buNone/>
            </a:pPr>
            <a:r>
              <a:rPr lang="en-US" sz="1400" b="1" dirty="0">
                <a:solidFill>
                  <a:srgbClr val="DCF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smartvaluation.onrender.com
</a:t>
            </a:r>
            <a:pPr algn="ctr" indent="0" marL="0">
              <a:buNone/>
            </a:pPr>
            <a:r>
              <a:rPr lang="en-US" sz="1400" dirty="0">
                <a:solidFill>
                  <a:srgbClr val="C8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Oscar Espinoza Landeta
Emmanuel Castro Salvador
Fernando Vasquez Valeriano
Fatima Avelino Celis
</a:t>
            </a:r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Tecnologica de Tehuacan — 2026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SmartValuation - Presentacion</dc:title>
  <dc:subject>PptxGenJS Presentation</dc:subject>
  <dc:creator>SmartValuation Team</dc:creator>
  <cp:lastModifiedBy>SmartValuation Team</cp:lastModifiedBy>
  <cp:revision>1</cp:revision>
  <dcterms:created xsi:type="dcterms:W3CDTF">2026-08-11T05:19:07Z</dcterms:created>
  <dcterms:modified xsi:type="dcterms:W3CDTF">2026-08-11T05:19:07Z</dcterms:modified>
</cp:coreProperties>
</file>