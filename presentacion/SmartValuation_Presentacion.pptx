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SmartValuation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Inteligente de Tasacion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Automatizacion de Ventas con 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Extraccion de Conocimiento de Base de Datos
</a:t>
            </a:r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Oscar Espinoza Landeta
Emmanuel Castro Salvador
Fernando Vasquez Valeriano
Fatima Avelino Celis
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Tecnologica de Tehuacan —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Paralisis del Vendedor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criterio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saben cuanto vale realmente su articulo usado en el mercado actual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554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Paralisis ante la redaccion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saben como describir el producto de forma atractiva para vender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Articulos estancados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utiles que permanecen almacenados indefinidamente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6576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 SmartValuation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45720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Automatizamos la tasacion y la creacion de contenido para vender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SmartValuation?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inteligente que automatiza: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Extraccion de precios del mercado real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Calculo inteligente del rango optimo de venta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Generacion de contenido persuasivo con IA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Analisis de mercado y prediccion de depreciacion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Asesoramiento personalizado via chatbot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49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extraidos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365760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3749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206240" y="4572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365760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749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955280" y="4572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esta construida la aplicacion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0" cy="2560320"/>
          </a:xfrm>
          <a:prstGeom prst="roundRect">
            <a:avLst>
              <a:gd name="adj" fmla="val 3571"/>
            </a:avLst>
          </a:prstGeom>
          <a:solidFill>
            <a:srgbClr val="F0F9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(HTML + CSS + JS + Reveal.js)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Stepper Form → Tabs (Precios, Descripcion, Analisis, Chat)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(Python + FastAPI + Uvicorn)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 de Precios → IA Descripcion → Chatbot → Analisis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GENERATIVA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(Groq API + Llama 3.3 70B)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Descripciones, chatbot, analisis de mercado, prediccion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DE DATOS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(CSV - 84 productos)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Extraccion de MercadoLibre Mexico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931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async moderno y rapido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384048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3931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3931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+ Llama 3.3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 gratis, 5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120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5120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532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Graficas y prediccion 12 meses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502920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5120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5120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Free Tier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5532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automatico $0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Datos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Obtenidos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MercadoLibre Mexico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Extraccion 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Precios de 84 productos reales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MercadoLibre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Clasificacion por categorias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categorias de productos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MercadoLibre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Analisis de depreciacion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Factores de estado fisico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CSV y no APIs?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301752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887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MercadoLibre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Bloqueada (403), requiere OAuth aprobado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301752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4944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$0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proxies residenciales ($5-20/mes)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por Categoria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2860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Depreciacion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PS5, Xbox Series 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Audifonos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AirPods Pro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Celular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Galaxy S24 Ultra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LG OLED C3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MacBook Pro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Lavadora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Whirlpool 15kg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de Tasacion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precio_sugerido = precio_usado_base x multiplicador_estado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variacion = max(500, precio_sugerido x factor_categoria)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precio_minimo = precio_sugerido - variacion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precio_maximo = precio_sugerido + variacion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Multiplicadores por Estado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Practicamente nuevo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Bueno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normal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Danos visibles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Deficiente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Danos funcionales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Real: Galaxy S23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$14,999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Nuevo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11887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325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0624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Sugerido (Bueno)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0" y="11887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325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5528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Depreciacion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 $8,100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Sugerido: $8,800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34747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Max: $9,500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features con inteligencia artificial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Descripcion Profesional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palabras, multi-idioma (ES+EN), estructura completa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1887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Consultor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645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Asesoramiento exclusivo para VENDEDORES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603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Comparacion de Mercado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vs promedio de la categoria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5603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75120" y="2606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Prediccion 12 Meses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Depreciacion futura y mejor momento para vender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319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9728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de Mercado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Demanda, tendencia y consejos personalizados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8404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9319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 por Foto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Proximamente con Vision AI - boton de donativo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Generales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Stepper 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pasos: Categoria, Producto, Estado+Idioma, Resultado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1887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Precios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645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min/sugerido/max con busqueda en 5 niveles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603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Grafica de Precios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comparativas con Chart.js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5603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75120" y="2606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Ultimas 10 tasaciones en localStorage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319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9728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Depreciacion promedio por categoria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8404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9319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Marketplaces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a ML, Facebook, Amazon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con Tabs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Precios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Grafica, comparacion, prediccion y links a marketplaces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Descripcion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completo generado por IA para copiar y pegar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Analisis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de mercado + insights de depreciacion por categoria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2004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Chat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114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consultor de ventas para asesorar al vendedor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API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5943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/api/categorias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Categorias del CSV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/api/marcas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Marcas por categoria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/api/modelos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Modelos por marca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/api/tasar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Precios + Comparacion + 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/api/tasar-stream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de descripcion SSE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/api/insights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Depreciacion por categoria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/api/chat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 de ventas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/api/prediccion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Prediccion 12 meses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/api/analisis-mercado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Analisis IA del mercado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/api/detectar-foto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Deteccion por foto (donativo)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 datos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precios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0664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3544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78408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del Sistema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2608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"precios": {"minimo": 8100, "sugerido": 8800, "maximo": 9500},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"comparacion": {"posicion": "por debajo", "recomendacion": "..."},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"descripcion": "Samsung Galaxy S23 en buen estado...",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"prediccion": {"evolucion": [...], "recomendacion": "..."}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de Mercado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 extraido del mercado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Depreciacion por Categoria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0" y="126187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2468880" y="1261872"/>
            <a:ext cx="512064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26187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Audifonos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81051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1810512"/>
            <a:ext cx="5266944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004304" y="18105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Bicicleta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35915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2359152"/>
            <a:ext cx="5559552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3591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90779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2907792"/>
            <a:ext cx="5705856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443216" y="290779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345643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3456432"/>
            <a:ext cx="5998464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735824" y="34564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Refrigerador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400507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2468880" y="4005072"/>
            <a:ext cx="6144768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882128" y="400507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455371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2468880" y="4553712"/>
            <a:ext cx="6291072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8028432" y="45537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68880" y="510235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2468880" y="5102352"/>
            <a:ext cx="6437376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8174736" y="51023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5577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Lavadora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5650992"/>
            <a:ext cx="73152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2468880" y="5650992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565099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Depreciacion promedio en estado Bueno vs precio nuevo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Utilizadas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+ FastAPI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async moderno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+ CSS + 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responsive con tabs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 Generativa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 + Llama 3.3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features de 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Graficas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Precios + prediccion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 productos reales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 Free Tier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 automatico 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y Metricas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extraidos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109728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188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06240" y="2011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0" y="109728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188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55280" y="2011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30175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108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20624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30175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108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95528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502920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Total: $0 MXN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Extraccion exitosa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productos con precios reales del mercado mexicano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18872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inteligente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645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 categoria y estado del articulo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346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 completa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features: descripcion, chatbot, comparacion, prediccion, analisis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743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8346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7512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automatico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Produccion sin costo alguno en Render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10058400" cy="1097280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 de la Materia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Extraccion → Estructuracion → Procesamiento → Conocimiento → Presentacion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SmartValuation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Preguntas?
</a:t>
            </a:r>
            <a:pPr algn="ctr" indent="0" marL="0">
              <a:buNone/>
            </a:pPr>
            <a:r>
              <a:rPr lang="en-US" sz="1400" b="1" dirty="0">
                <a:solidFill>
                  <a:srgbClr val="DCF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smartvaluation.onrender.com
</a:t>
            </a:r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Oscar Espinoza Landeta
Emmanuel Castro Salvador
Fernando Vasquez Valeriano
Fatima Avelino Celis
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Tecnologica de Tehuacan —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SmartValuation - Presentacion</dc:title>
  <dc:subject>PptxGenJS Presentation</dc:subject>
  <dc:creator>SmartValuation Team</dc:creator>
  <cp:lastModifiedBy>SmartValuation Team</cp:lastModifiedBy>
  <cp:revision>1</cp:revision>
  <dcterms:created xsi:type="dcterms:W3CDTF">2026-08-11T06:15:19Z</dcterms:created>
  <dcterms:modified xsi:type="dcterms:W3CDTF">2026-08-11T06:15:19Z</dcterms:modified>
</cp:coreProperties>
</file>