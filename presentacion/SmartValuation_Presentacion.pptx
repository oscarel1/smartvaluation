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SmartValuation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0C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Asistente Inteligente de Tasacion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B0C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Automatizacion de Ventas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Extraccion de Conocimiento de Base de Datos
</a:t>
            </a:r>
            <a:pPr algn="ctr" indent="0" marL="0">
              <a:buNone/>
            </a:pPr>
            <a:r>
              <a:rPr lang="en-US" sz="1400" dirty="0">
                <a:solidFill>
                  <a:srgbClr val="C8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Oscar Espinoza Landeta
Emmanuel Castro Salvador
Fernando Vasquez Valeriano
Fatima Avelino Celis
</a:t>
            </a:r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Tecnologica de Tehuacan —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Paralisis del Vendedor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😰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criterio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saben cuanto vale realmente su articulo usado en el mercado actual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35040" y="155448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16916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✍️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217920" y="21031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Paralisis ante la redaccion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17920" y="246888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saben como describir el producto de forma atractiva para vender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📦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40080" y="4206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Articulos estancados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45720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Productos utiles que permanecen almacenados indefinidamente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35040" y="365760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💡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217920" y="4206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Solucion SmartValuation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17920" y="45720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Automatizamos la tasacion y la creacion de contenido para vender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es SmartValuation?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0972800" cy="2011680"/>
          </a:xfrm>
          <a:prstGeom prst="roundRect">
            <a:avLst>
              <a:gd name="adj" fmla="val 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web inteligente que automatiza: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Extraccion de precios del mercado real
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Calculo inteligente del rango optimo de venta
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Generacion de contenido persuasivo con IA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338328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47472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" y="42976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Productos extraidos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06240" y="338328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0" y="347472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206240" y="42976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338328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0" y="347472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~3s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7955280" y="42976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de respuesta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del Sistema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C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esta construida la aplicacion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0972800" cy="2194560"/>
          </a:xfrm>
          <a:prstGeom prst="roundRect">
            <a:avLst>
              <a:gd name="adj" fmla="val 4167"/>
            </a:avLst>
          </a:prstGeom>
          <a:solidFill>
            <a:srgbClr val="F0F9FF"/>
          </a:solidFill>
          <a:ln w="25400">
            <a:solidFill>
              <a:srgbClr val="BAE6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104241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(HTML + CSS + JS)
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Stepper Form → Grafica → Descripcion IA → Links
</a:t>
            </a:r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(Node.js + Express 5)
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 de Precios → Buscador de Productos → Generador IA (Groq/Llama3)
</a:t>
            </a:r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DE DATOS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(CSV - 84 productos)
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Extraccion de MercadoLibre Mexico 2026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3474720"/>
            <a:ext cx="521208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356616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97280" y="356616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+ Express 5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3977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rapido y ligero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35040" y="3474720"/>
            <a:ext cx="521208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72200" y="356616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675120" y="356616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API + Llama 3.3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3977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generativa gratis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663440"/>
            <a:ext cx="521208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475488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97280" y="475488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Chart.js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51663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Graficas interactivas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4663440"/>
            <a:ext cx="521208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475488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☁️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675120" y="475488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Free Tier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675120" y="51663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automatico $0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Extraccion de Datos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657600"/>
                <a:gridCol w="4572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Metodo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Datos Obtenidos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MercadoLibre Mexico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Extraccion manual + API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Precios de 84 productos reales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MercadoLibre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Clasificacion por categorias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categorias de productos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MercadoLibre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Analisis de depreciacion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Factores de estado fisico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2651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por Categoria</a:t>
            </a:r>
            <a:endParaRPr lang="en-US" sz="16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286000"/>
                <a:gridCol w="50292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Rango de Precios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Celular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$3,499 - $29,999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Laptop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$7,499 - $24,999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Audifonos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$1,999 - $12,999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Consola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$4,499 - $12,499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$8,499 - $22,999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$4,499 - $13,999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Electrodomesticos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$2,999 - $19,999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 de Tasacion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0972800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05840"/>
            <a:ext cx="10424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precio_sugerido = precio_usado_base x multiplicador_estado
</a:t>
            </a:r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variacion = max(500, precio_sugerido x factor_categoria)
</a:t>
            </a:r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precio_minimo = precio_sugerido - variacion
</a:t>
            </a:r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precio_maximo = precio_sugerido + variacion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Multiplicadores por Estado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832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5486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Justificacion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Excelente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Practicamente nuevo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Bueno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normal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Regular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Danos visibles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Deficiente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Danos funcionales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 Real: Galaxy S23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258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$14,999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Precio Nuevo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06240" y="118872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0" y="13258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$8,800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206240" y="21945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Sugerido (Bueno)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955280" y="118872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0" y="13258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955280" y="21945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Depreciacion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371600" y="3474720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347472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Min: $8,100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63440" y="3474720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D1FAE5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0" y="347472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Sugerido: $8,800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0" y="3474720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DBEAFE"/>
          </a:solidFill>
          <a:ln/>
        </p:spPr>
      </p:sp>
      <p:sp>
        <p:nvSpPr>
          <p:cNvPr id="17" name="Text 15"/>
          <p:cNvSpPr/>
          <p:nvPr/>
        </p:nvSpPr>
        <p:spPr>
          <a:xfrm>
            <a:off x="7955280" y="347472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Max: $9,500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Insights de Mercado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C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Conocimiento extraido del mercado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Depreciacion por Categoria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468880" y="1261872"/>
            <a:ext cx="7315200" cy="320040"/>
          </a:xfrm>
          <a:prstGeom prst="roundRect">
            <a:avLst>
              <a:gd name="adj" fmla="val 11429"/>
            </a:avLst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2468880" y="1261872"/>
            <a:ext cx="5120640" cy="320040"/>
          </a:xfrm>
          <a:prstGeom prst="roundRect">
            <a:avLst>
              <a:gd name="adj" fmla="val 11429"/>
            </a:avLst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0" y="1261872"/>
            <a:ext cx="685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Audifonos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468880" y="1856232"/>
            <a:ext cx="7315200" cy="320040"/>
          </a:xfrm>
          <a:prstGeom prst="roundRect">
            <a:avLst>
              <a:gd name="adj" fmla="val 11429"/>
            </a:avLst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2468880" y="1856232"/>
            <a:ext cx="5266944" cy="320040"/>
          </a:xfrm>
          <a:prstGeom prst="roundRect">
            <a:avLst>
              <a:gd name="adj" fmla="val 11429"/>
            </a:avLst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7004304" y="1856232"/>
            <a:ext cx="685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36%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377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Bicicleta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68880" y="2450592"/>
            <a:ext cx="7315200" cy="320040"/>
          </a:xfrm>
          <a:prstGeom prst="roundRect">
            <a:avLst>
              <a:gd name="adj" fmla="val 11429"/>
            </a:avLst>
          </a:prstGeom>
          <a:solidFill>
            <a:srgbClr val="E2E8F0"/>
          </a:solidFill>
          <a:ln/>
        </p:spPr>
      </p:sp>
      <p:sp>
        <p:nvSpPr>
          <p:cNvPr id="13" name="Shape 11"/>
          <p:cNvSpPr/>
          <p:nvPr/>
        </p:nvSpPr>
        <p:spPr>
          <a:xfrm>
            <a:off x="2468880" y="2450592"/>
            <a:ext cx="5559552" cy="320040"/>
          </a:xfrm>
          <a:prstGeom prst="roundRect">
            <a:avLst>
              <a:gd name="adj" fmla="val 11429"/>
            </a:avLst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7296912" y="2450592"/>
            <a:ext cx="685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9718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468880" y="3044952"/>
            <a:ext cx="7315200" cy="320040"/>
          </a:xfrm>
          <a:prstGeom prst="roundRect">
            <a:avLst>
              <a:gd name="adj" fmla="val 11429"/>
            </a:avLst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2468880" y="3044952"/>
            <a:ext cx="5705856" cy="320040"/>
          </a:xfrm>
          <a:prstGeom prst="roundRect">
            <a:avLst>
              <a:gd name="adj" fmla="val 11429"/>
            </a:avLst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7443216" y="3044952"/>
            <a:ext cx="685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39%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566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Celular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468880" y="3639312"/>
            <a:ext cx="7315200" cy="320040"/>
          </a:xfrm>
          <a:prstGeom prst="roundRect">
            <a:avLst>
              <a:gd name="adj" fmla="val 11429"/>
            </a:avLst>
          </a:prstGeom>
          <a:solidFill>
            <a:srgbClr val="E2E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468880" y="3639312"/>
            <a:ext cx="5998464" cy="320040"/>
          </a:xfrm>
          <a:prstGeom prst="roundRect">
            <a:avLst>
              <a:gd name="adj" fmla="val 11429"/>
            </a:avLst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7735824" y="3639312"/>
            <a:ext cx="685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160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468880" y="4233672"/>
            <a:ext cx="7315200" cy="320040"/>
          </a:xfrm>
          <a:prstGeom prst="roundRect">
            <a:avLst>
              <a:gd name="adj" fmla="val 11429"/>
            </a:avLst>
          </a:prstGeom>
          <a:solidFill>
            <a:srgbClr val="E2E8F0"/>
          </a:solidFill>
          <a:ln/>
        </p:spPr>
      </p:sp>
      <p:sp>
        <p:nvSpPr>
          <p:cNvPr id="25" name="Shape 23"/>
          <p:cNvSpPr/>
          <p:nvPr/>
        </p:nvSpPr>
        <p:spPr>
          <a:xfrm>
            <a:off x="2468880" y="4233672"/>
            <a:ext cx="6291072" cy="320040"/>
          </a:xfrm>
          <a:prstGeom prst="roundRect">
            <a:avLst>
              <a:gd name="adj" fmla="val 11429"/>
            </a:avLst>
          </a:prstGeom>
          <a:solidFill>
            <a:srgbClr val="D97706"/>
          </a:solidFill>
          <a:ln/>
        </p:spPr>
      </p:sp>
      <p:sp>
        <p:nvSpPr>
          <p:cNvPr id="26" name="Text 24"/>
          <p:cNvSpPr/>
          <p:nvPr/>
        </p:nvSpPr>
        <p:spPr>
          <a:xfrm>
            <a:off x="8028432" y="4233672"/>
            <a:ext cx="685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Laptop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468880" y="4828032"/>
            <a:ext cx="7315200" cy="320040"/>
          </a:xfrm>
          <a:prstGeom prst="roundRect">
            <a:avLst>
              <a:gd name="adj" fmla="val 11429"/>
            </a:avLst>
          </a:prstGeom>
          <a:solidFill>
            <a:srgbClr val="E2E8F0"/>
          </a:solidFill>
          <a:ln/>
        </p:spPr>
      </p:sp>
      <p:sp>
        <p:nvSpPr>
          <p:cNvPr id="29" name="Shape 27"/>
          <p:cNvSpPr/>
          <p:nvPr/>
        </p:nvSpPr>
        <p:spPr>
          <a:xfrm>
            <a:off x="2468880" y="4828032"/>
            <a:ext cx="6437376" cy="320040"/>
          </a:xfrm>
          <a:prstGeom prst="roundRect">
            <a:avLst>
              <a:gd name="adj" fmla="val 11429"/>
            </a:avLst>
          </a:prstGeom>
          <a:solidFill>
            <a:srgbClr val="D97706"/>
          </a:solidFill>
          <a:ln/>
        </p:spPr>
      </p:sp>
      <p:sp>
        <p:nvSpPr>
          <p:cNvPr id="30" name="Text 28"/>
          <p:cNvSpPr/>
          <p:nvPr/>
        </p:nvSpPr>
        <p:spPr>
          <a:xfrm>
            <a:off x="8174736" y="4828032"/>
            <a:ext cx="685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349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Lavadora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468880" y="5422392"/>
            <a:ext cx="7315200" cy="320040"/>
          </a:xfrm>
          <a:prstGeom prst="roundRect">
            <a:avLst>
              <a:gd name="adj" fmla="val 11429"/>
            </a:avLst>
          </a:prstGeom>
          <a:solidFill>
            <a:srgbClr val="E2E8F0"/>
          </a:solidFill>
          <a:ln/>
        </p:spPr>
      </p:sp>
      <p:sp>
        <p:nvSpPr>
          <p:cNvPr id="33" name="Shape 31"/>
          <p:cNvSpPr/>
          <p:nvPr/>
        </p:nvSpPr>
        <p:spPr>
          <a:xfrm>
            <a:off x="2468880" y="5422392"/>
            <a:ext cx="6583680" cy="320040"/>
          </a:xfrm>
          <a:prstGeom prst="roundRect">
            <a:avLst>
              <a:gd name="adj" fmla="val 11429"/>
            </a:avLst>
          </a:prstGeom>
          <a:solidFill>
            <a:srgbClr val="DC2626"/>
          </a:solidFill>
          <a:ln/>
        </p:spPr>
      </p:sp>
      <p:sp>
        <p:nvSpPr>
          <p:cNvPr id="34" name="Text 32"/>
          <p:cNvSpPr/>
          <p:nvPr/>
        </p:nvSpPr>
        <p:spPr>
          <a:xfrm>
            <a:off x="8321040" y="5422392"/>
            <a:ext cx="685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Depreciacion promedio en estado Bueno vs precio nuevo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 de Extraccion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C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 de datos completo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 de Datos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0972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ingresa datos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03120" y="1097280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651760" y="10972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2651760" y="10972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Busqueda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CSV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480560" y="1097280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029200" y="10972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0972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precios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0" y="1097280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406640" y="10972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0" y="10972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Generacion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IA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235440" y="1097280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784080" y="10972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9784080" y="10972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usuario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Endpoints API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5943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Metodo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Funcion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/api/categorias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Extrae categorias unicas del CSV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/api/marcas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Filtra marcas por categoria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/api/modelos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Filtra modelos por marca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/api/tasar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 precios + genera descripcion 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/api/insights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Estadisticas de depreciacion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21208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143000"/>
            <a:ext cx="548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Stepper Form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5544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pasos: Categoria, Producto, Estado, Resultado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035040" y="1097280"/>
            <a:ext cx="521208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72200" y="1143000"/>
            <a:ext cx="548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💰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675120" y="11887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Precios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5544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Rango min/sugerido/max con factores reales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521208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377440"/>
            <a:ext cx="548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97280" y="24231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Generativa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27889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Descripciones con emojis y marketing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331720"/>
            <a:ext cx="521208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2377440"/>
            <a:ext cx="548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675120" y="24231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Grafica de Precios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889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Barras comparativas con Chart.js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566160"/>
            <a:ext cx="521208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611880"/>
            <a:ext cx="548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📜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097280" y="3657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97280" y="4023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Ultimas 10 tasaciones en localStorage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35040" y="3566160"/>
            <a:ext cx="521208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3611880"/>
            <a:ext cx="548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675120" y="3657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675120" y="4023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Depreciacion promedio por categoria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800600"/>
            <a:ext cx="521208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4846320"/>
            <a:ext cx="548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097280" y="48920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 Marketplaces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97280" y="52578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Botones a ML, Facebook, Amazon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035040" y="4800600"/>
            <a:ext cx="521208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72200" y="4846320"/>
            <a:ext cx="548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✨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675120" y="48920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Typewriter Effect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675120" y="52578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Descripcion palabra por palabra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0C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SmartValuation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10972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Preguntas?
</a:t>
            </a:r>
            <a:pPr algn="ctr" indent="0" marL="0">
              <a:buNone/>
            </a:pPr>
            <a:r>
              <a:rPr lang="en-US" sz="1400" b="1" dirty="0">
                <a:solidFill>
                  <a:srgbClr val="DCF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smartvaluation.onrender.com
</a:t>
            </a:r>
            <a:pPr algn="ctr" indent="0" marL="0">
              <a:buNone/>
            </a:pPr>
            <a:r>
              <a:rPr lang="en-US" sz="1400" dirty="0">
                <a:solidFill>
                  <a:srgbClr val="C8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Oscar Espinoza Landeta
Emmanuel Castro Salvador
Fernando Vasquez Valeriano
Fatima Avelino Celis
</a:t>
            </a:r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Tecnologica de Tehuacan — 2026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SmartValuation - Presentacion</dc:title>
  <dc:subject>PptxGenJS Presentation</dc:subject>
  <dc:creator>SmartValuation Team</dc:creator>
  <cp:lastModifiedBy>SmartValuation Team</cp:lastModifiedBy>
  <cp:revision>1</cp:revision>
  <dcterms:created xsi:type="dcterms:W3CDTF">2026-08-10T15:39:22Z</dcterms:created>
  <dcterms:modified xsi:type="dcterms:W3CDTF">2026-08-10T15:39:22Z</dcterms:modified>
</cp:coreProperties>
</file>